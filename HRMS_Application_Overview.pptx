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IT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HRMS Portal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  ·  Tech Stack  ·  How to Run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7315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0" y="7315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3258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13258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1920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0" y="1920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25146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0" y="25146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3108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3703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0" y="3703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2976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0" y="42976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A2E4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HRMS Portal?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web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employee lifecycle from onboarding to payroll to exit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user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HR Manager · Employee · Recruiter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Production-deployed on AWS EC2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https://hrms.natsoft.io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 (React Native / Expo)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with offline-ready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control, payroll, 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0" y="12801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Manager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leave, attendance, reports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4747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0E5E6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206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leave, payslips,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34747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9720" y="4206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listings, candidates, interviews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Formik + Yup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/ html2canvas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0E5E6F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207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6459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(process manager)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(access + refresh)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(SMTP email)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salary encryption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09728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207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16459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(AWS RDS)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Seeds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4306 (custom)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Tamagui UI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 architecture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379476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4A194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34340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(Ubuntu 26.04)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MySQL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 manager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(HTTPS)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18.234.111.185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657600" cy="2468880"/>
          </a:xfrm>
          <a:prstGeom prst="roundRect">
            <a:avLst>
              <a:gd name="adj" fmla="val 5185"/>
            </a:avLst>
          </a:prstGeom>
          <a:solidFill>
            <a:srgbClr val="3D2B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34340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/ MySQL Workbench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MobaXterm (SSH)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/ Mobile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|  React Native + Expo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0E5E6F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Reverse Proxy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8105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 · Port 443 → 3000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6393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Auth · PM2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69680" y="32004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8.4 (AWS RDS)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3639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hrms_db · Port 4306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69680" y="13716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4A1942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 (Uploads)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/var/EmployeePortal/backend/uploads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3D2B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SMTP Email Server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· Templated emails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182880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2286000"/>
            <a:ext cx="0" cy="9144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7033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70332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1828800"/>
            <a:ext cx="-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Nginx (HTTPS) → Node API → MySQL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stored on server filesystem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 via SMTP on workflow events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issued at login, refreshed silently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profile, org chart, documents, offboarding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Payroll Processing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55848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structures, components, payslip generation, YTD, compliance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 Leave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7648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approve/reject, balance tracking, admin overview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8972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9299448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Attendance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99448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monthly reports, admin dashboard, WFH tracking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Timesheets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429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 logs, project/task/activity, admin approve/reject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Recruitment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55848" y="3429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listings, resume parsing (AI), candidate pipeline, interviews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Help Desk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27648" y="3429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manager routing, IT/HR/Facilities team assignment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9720" y="288036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9299448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Notifications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99448" y="3429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templates, dynamic variables, approve/reject buttons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7548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IT Declaration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048" y="5303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declarations, proof upload, admin review and approval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47548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Onboarding / Joining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55848" y="5303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flow, form submission, HR verification, employee creation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7548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27648" y="5303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cycles, 360° feedback, appraisal history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89720" y="47548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/>
        </p:spPr>
      </p:sp>
      <p:sp>
        <p:nvSpPr>
          <p:cNvPr id="38" name="Text 36"/>
          <p:cNvSpPr/>
          <p:nvPr/>
        </p:nvSpPr>
        <p:spPr>
          <a:xfrm>
            <a:off x="9299448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Settings &amp; Config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299448" y="5303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templates, roles, permissions, menu builder, audit logs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Role — Full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Admin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employees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 &amp; permissions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org chart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documents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resignations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0515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salary structures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 runs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payslips (PDF)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form compliance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0515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Attendance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60020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leave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 admin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03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candidates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parser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offers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3703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Config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1605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menu builder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settings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3703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416052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PDF/CSV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Self-Service Portal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summary: upcoming leaves, pending tasks, announcements, quick links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contact, bank details, documents, emergency contacts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Attendance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leave, view balance, attendance log, WFH requests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89720" y="105156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8116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Payslips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2057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payslips (PDF download), salary history, YTD summary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526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weekly hours by project/task, submit for manager approval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520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375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Workflow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4526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tasks, approval workflows, document submissions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520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093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526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IT/HR tickets, track status, view resolution history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89720" y="3520440"/>
            <a:ext cx="2834640" cy="2240280"/>
          </a:xfrm>
          <a:prstGeom prst="roundRect">
            <a:avLst>
              <a:gd name="adj" fmla="val 4082"/>
            </a:avLst>
          </a:prstGeom>
          <a:solidFill>
            <a:srgbClr val="1A2E4A"/>
          </a:solidFill>
          <a:ln/>
        </p:spPr>
      </p:sp>
      <p:sp>
        <p:nvSpPr>
          <p:cNvPr id="33" name="Text 31"/>
          <p:cNvSpPr/>
          <p:nvPr/>
        </p:nvSpPr>
        <p:spPr>
          <a:xfrm>
            <a:off x="918972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2811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81160" y="4526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tax investments, upload proof documents, track approval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API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(MySQL 8.4)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· Endpoint: hrms.c02gczm2cgx8.us-east-1.rds.amazonaws.com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port 4306 · Connection pooling (limit 10)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stored procedures for all business logic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for all salary/payroll fields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(001-033) + seed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employees, leave_requests, timesheets, payroll_runs, rec_candidates, tickets, it_declarations, joining_invitations, email_templates, audit_logs, and 50+ more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4964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refresh token, MFA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984248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/api/employees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49640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documents, org chart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459736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/api/payroll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24597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payslips, components, structures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935224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29352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balances, approvals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410712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/api/attendance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34107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reports, WFH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886200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/api/timesheets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review, approve/reject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361688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/api/recruitment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4361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candidates, resume parse, interviews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837176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/api/helpdesk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48371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routing, manager 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5312664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53126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send, templates, SMTP config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5788152"/>
            <a:ext cx="2560320" cy="384048"/>
          </a:xfrm>
          <a:prstGeom prst="rect">
            <a:avLst/>
          </a:prstGeom>
          <a:solidFill>
            <a:srgbClr val="DFF0F8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5788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 endpoints, CSV/PDF export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Email Notification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(1d) + Refresh token (7d). Auto-refresh on expiry.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Password Hashing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53619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with salt rounds. No plaintext passwords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005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Salary Encryption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153619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for all financial data in DB.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Role-Based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Manager / Employee / Recruiter — each sees only their routes.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2735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sensitive actions logged with user, timestamp, and action type.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27432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CORS Config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32735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Reflect-origin CORS for credentials. Allows any frontend domain.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11430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System: SMTP · Dynamic templates · {{Variables}} · {{ApproveButton}} {{RejectButton}} · Triggered on all workflow events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Production Infrastructure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URL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https://hrms.natsoft.io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105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856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EC2 · Ubuntu 26.04 LTS · 18.234.111.185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23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5694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RDS MySQL 8.4 · us-east-1 · Port 4306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4A194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369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28269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PM2 · auto-restart · log monitoring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04488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3D2B1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50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95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· Reverse proxy · SSL/TLS certificate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E5E6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663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/var/EmployeePortalapplication/backend/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Start Command: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DB_HOST=... DB_PORT=4306 DB_USER=HRMSadmin DB_PASSWORD=... DB_NAME=hrms_db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pm2 start src/server.js --name hrms-backend &amp;&amp; pm2 save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— Quick Reference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69280" cy="260604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(React)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C:\TimeSheet\humanresourceshradmintemplate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# dev server → localhost:3000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   # production build → /build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960120"/>
            <a:ext cx="5669280" cy="2606040"/>
          </a:xfrm>
          <a:prstGeom prst="roundRect">
            <a:avLst>
              <a:gd name="adj" fmla="val 4211"/>
            </a:avLst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(Node/Express)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# fill in values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src/server.js   # or: npm run dev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5669280" cy="2606040"/>
          </a:xfrm>
          <a:prstGeom prst="roundRect">
            <a:avLst>
              <a:gd name="adj" fmla="val 4211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Setup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src/database/runSql.js schema.sql procedures.sql seed.sql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individual migrations: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src/database/runSql.js migration_033_recruiter_employees.sql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3794760"/>
            <a:ext cx="5669280" cy="2606040"/>
          </a:xfrm>
          <a:prstGeom prst="roundRect">
            <a:avLst>
              <a:gd name="adj" fmla="val 4211"/>
            </a:avLst>
          </a:prstGeom>
          <a:solidFill>
            <a:srgbClr val="4A1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886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(PM2 on Server)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34340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ubuntu@18.234.111.185 -i ~/.ssh/id_rsa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DB_HOST=... DB_PORT=4306 DB_USER=HRMSadmin \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DB_PASSWORD=... DB_NAME=hrms_db \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pm2 start src/server.js --name hrms-backend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pm2 save &amp;&amp; pm2 status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 (React Native)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124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7190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86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3134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Tamagui (design tokens, theme)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803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9077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(Stack + Tab)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35021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+ hooks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69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0965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(hrms.natsoft.io/api)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6634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46908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C:\TimeSheet\humanresourceshradmintemplate\mobile\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Mobile Screens (50+)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Leave · Attendance · Timesheets · Payslips · Help Desk · Profile · Recruitment · Onboarding · IT Declaration · Performance · Salary · Documents · Tasks · Notifications · Settings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05156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Run Commands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mobile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iOS: press i   Android: press a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Scan QR with Expo Go app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IT HRMS Portal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production-ready Human Resource Management System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web and mobile technologies.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 19 frontend + Node.js/Express backend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MySQL 8.4 on AWS RDS with 80+ stored procedures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 major modules covering the full HR lifecycle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user roles with granular permissions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 Native mobile app with 50+ screens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 at https://hrms.natsoft.io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2026-08-17T07:27:33Z</dcterms:created>
  <dcterms:modified xsi:type="dcterms:W3CDTF">2026-08-17T07:27:33Z</dcterms:modified>
</cp:coreProperties>
</file>