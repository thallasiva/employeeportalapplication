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807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3716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0A6670"/>
          </a:solidFill>
          <a:ln w="12700">
            <a:solidFill>
              <a:srgbClr val="0A66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241280" y="-457200"/>
            <a:ext cx="2560320" cy="2560320"/>
          </a:xfrm>
          <a:prstGeom prst="ellipse">
            <a:avLst/>
          </a:prstGeom>
          <a:solidFill>
            <a:srgbClr val="162539"/>
          </a:solidFill>
          <a:ln w="12700">
            <a:solidFill>
              <a:srgbClr val="1625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TRANSFER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Portal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 Management System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45720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External Client Handover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943600"/>
            <a:ext cx="1737360" cy="320040"/>
          </a:xfrm>
          <a:prstGeom prst="roundRect">
            <a:avLst>
              <a:gd name="adj" fmla="val 28571"/>
            </a:avLst>
          </a:prstGeom>
          <a:solidFill>
            <a:srgbClr val="162539"/>
          </a:solidFill>
          <a:ln w="63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5943600"/>
            <a:ext cx="1737360" cy="320040"/>
          </a:xfrm>
          <a:prstGeom prst="roundRect">
            <a:avLst>
              <a:gd name="adj" fmla="val 28571"/>
            </a:avLst>
          </a:prstGeom>
          <a:solidFill>
            <a:srgbClr val="162539"/>
          </a:solidFill>
          <a:ln w="63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68880" y="5943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5943600"/>
            <a:ext cx="1737360" cy="320040"/>
          </a:xfrm>
          <a:prstGeom prst="roundRect">
            <a:avLst>
              <a:gd name="adj" fmla="val 28571"/>
            </a:avLst>
          </a:prstGeom>
          <a:solidFill>
            <a:srgbClr val="162539"/>
          </a:solidFill>
          <a:ln w="63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389120" y="5943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5943600"/>
            <a:ext cx="1737360" cy="320040"/>
          </a:xfrm>
          <a:prstGeom prst="roundRect">
            <a:avLst>
              <a:gd name="adj" fmla="val 28571"/>
            </a:avLst>
          </a:prstGeom>
          <a:solidFill>
            <a:srgbClr val="162539"/>
          </a:solidFill>
          <a:ln w="63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09360" y="5943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0" y="5943600"/>
            <a:ext cx="1737360" cy="320040"/>
          </a:xfrm>
          <a:prstGeom prst="roundRect">
            <a:avLst>
              <a:gd name="adj" fmla="val 28571"/>
            </a:avLst>
          </a:prstGeom>
          <a:solidFill>
            <a:srgbClr val="162539"/>
          </a:solidFill>
          <a:ln w="63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229600" y="5943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6152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KT 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91886" y="448056"/>
            <a:ext cx="1131243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6576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80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280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Overview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80136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users, and key capabilities of the HRMS Portal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1143000"/>
            <a:ext cx="36576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80560" y="1280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4805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280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180136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frontend, backend, database and cloud fit together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0" y="1143000"/>
            <a:ext cx="36576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66760" y="1280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667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15400" y="1280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Permissions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66760" y="180136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Manager, Employee and HR roles explained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36576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9436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108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Walkthroughs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363016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Payroll, Timesheets, Helpdesk, Recruitment &amp; more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43400" y="2971800"/>
            <a:ext cx="36576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48056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4805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0" y="3108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Workflows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363016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flows for critical business processes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229600" y="2971800"/>
            <a:ext cx="36576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36676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366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915400" y="3108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66760" y="363016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for on-the-go access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800600"/>
            <a:ext cx="36576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94360" y="4937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943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43000" y="4937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4360" y="545896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encryption, and data protection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43400" y="4800600"/>
            <a:ext cx="36576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480560" y="4937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4805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29200" y="4937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Deployment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480560" y="545896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EC2, RDS, Nginx, PM2 production setup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229600" y="4800600"/>
            <a:ext cx="36576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366760" y="4937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83667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915400" y="4937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&amp; Next Steps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366760" y="545896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note, support contacts, and open items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54563" y="438912"/>
            <a:ext cx="11349757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HRMS Portal?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full-featured web &amp; mobile HR management system for modern enterprises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502920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188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Application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IT HRMS Portal is an enterprise-grade Human Resource Management System built to digitize and automate all HR operations — from employee onboarding and leave tracking to payroll management, tax declarations, and IT helpdesk support.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a role-based experience for Admins, Managers, Employees, and HR teams with both web and mobile access.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52160" y="1051560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89320" y="11247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989320" y="1618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69680" y="1051560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006840" y="11247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06840" y="1618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52160" y="2194560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89320" y="22677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989320" y="2761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69680" y="2194560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006840" y="22677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006840" y="2761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Migrations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2743200" cy="1005840"/>
          </a:xfrm>
          <a:prstGeom prst="roundRect">
            <a:avLst>
              <a:gd name="adj" fmla="val 6364"/>
            </a:avLst>
          </a:prstGeom>
          <a:solidFill>
            <a:srgbClr val="0E7C8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" y="34564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HR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7673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HR functions in one unified platform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3337560"/>
            <a:ext cx="2743200" cy="1005840"/>
          </a:xfrm>
          <a:prstGeom prst="roundRect">
            <a:avLst>
              <a:gd name="adj" fmla="val 6364"/>
            </a:avLst>
          </a:prstGeom>
          <a:solidFill>
            <a:srgbClr val="0E7C8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566160" y="34564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37673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permission-driven user experience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3337560"/>
            <a:ext cx="2743200" cy="1005840"/>
          </a:xfrm>
          <a:prstGeom prst="roundRect">
            <a:avLst>
              <a:gd name="adj" fmla="val 6364"/>
            </a:avLst>
          </a:prstGeom>
          <a:solidFill>
            <a:srgbClr val="0E7C8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92240" y="34564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Web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37673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browser and iOS/Android devices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235440" y="3337560"/>
            <a:ext cx="2743200" cy="1005840"/>
          </a:xfrm>
          <a:prstGeom prst="roundRect">
            <a:avLst>
              <a:gd name="adj" fmla="val 6364"/>
            </a:avLst>
          </a:prstGeom>
          <a:solidFill>
            <a:srgbClr val="0E7C8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418320" y="34564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18320" y="37673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+ RDS for reliability and scale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526280"/>
            <a:ext cx="11247120" cy="777240"/>
          </a:xfrm>
          <a:prstGeom prst="roundRect">
            <a:avLst>
              <a:gd name="adj" fmla="val 8235"/>
            </a:avLst>
          </a:prstGeom>
          <a:solidFill>
            <a:srgbClr val="EBF4F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5800" y="46817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691640" y="4681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https://hrms.natsoft.io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0" y="46817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46817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· Ubuntu 26.04 · 18.234.111.185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" y="49834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AWS RDS MySQL 8.4  ·  Custom Port 4306  ·  SSL Enabled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USER ROLES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97764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HRMS Portal?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distinct roles with tailored dashboards and permissions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374904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3749040" cy="502920"/>
          </a:xfrm>
          <a:prstGeom prst="roundRect">
            <a:avLst>
              <a:gd name="adj" fmla="val 1272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1051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HR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10515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ID: 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164592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access. Manages all employees, payroll, leaves, policies, and system config.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2402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0372" y="2601468"/>
            <a:ext cx="82296" cy="82296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96112" y="253288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employees &amp; payroll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" y="2875788"/>
            <a:ext cx="82296" cy="82296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96112" y="28072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all requests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" y="3150108"/>
            <a:ext cx="82296" cy="82296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96112" y="30815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system settings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" y="3424428"/>
            <a:ext cx="82296" cy="82296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96112" y="335584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recruitment pipeline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" y="3698748"/>
            <a:ext cx="82296" cy="82296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96112" y="363016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43400" y="1051560"/>
            <a:ext cx="374904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343400" y="1051560"/>
            <a:ext cx="3749040" cy="502920"/>
          </a:xfrm>
          <a:prstGeom prst="roundRect">
            <a:avLst>
              <a:gd name="adj" fmla="val 1272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480560" y="1051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Manager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10515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ID: 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80560" y="164592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Team-level access. Reviews and approves requests from direct reports.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80560" y="22402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6572" y="2601468"/>
            <a:ext cx="82296" cy="822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82312" y="253288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team leave requests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6572" y="2875788"/>
            <a:ext cx="82296" cy="822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82312" y="28072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approve timesheets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6572" y="3150108"/>
            <a:ext cx="82296" cy="822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82312" y="30815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helpdesk tickets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6572" y="3424428"/>
            <a:ext cx="82296" cy="822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82312" y="335584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team attendance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6572" y="3698748"/>
            <a:ext cx="82296" cy="822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82312" y="363016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joining formalities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29600" y="1051560"/>
            <a:ext cx="374904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229600" y="1051560"/>
            <a:ext cx="3749040" cy="502920"/>
          </a:xfrm>
          <a:prstGeom prst="roundRect">
            <a:avLst>
              <a:gd name="adj" fmla="val 1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366760" y="1051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Lead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652760" y="10515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ID: 4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366760" y="164592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the recruitment team. Full access to hiring pipeline and team oversight.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66760" y="22402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462772" y="260146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668512" y="253288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&amp; manage job openings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462772" y="28757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8668512" y="28072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recruiter team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462772" y="315010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668512" y="30815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candidates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462772" y="34244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668512" y="335584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interviews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462772" y="369874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668512" y="363016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offer letters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4114800"/>
            <a:ext cx="557784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57200" y="4114800"/>
            <a:ext cx="5577840" cy="502920"/>
          </a:xfrm>
          <a:prstGeom prst="roundRect">
            <a:avLst>
              <a:gd name="adj" fmla="val 1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94360" y="4114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709160" y="41148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ID: 5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94360" y="470916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day-to-day candidate sourcing, screening, and interview coordination.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94360" y="53035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90372" y="566470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896112" y="5596128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screen candidates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90372" y="593902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896112" y="5870448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parse resumes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90372" y="62133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896112" y="6144768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interviews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90372" y="648766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896112" y="6419088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candidate pipeline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90372" y="676198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896112" y="6693408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job requirements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263640" y="4114800"/>
            <a:ext cx="557784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6263640" y="4114800"/>
            <a:ext cx="5577840" cy="502920"/>
          </a:xfrm>
          <a:prstGeom prst="roundRect">
            <a:avLst>
              <a:gd name="adj" fmla="val 12727"/>
            </a:avLst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400800" y="4114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10515600" y="41148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ID: 2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400800" y="470916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access. Manages own profile, leaves, payslips, and declarations.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400800" y="53035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496812" y="5664708"/>
            <a:ext cx="82296" cy="82296"/>
          </a:xfrm>
          <a:prstGeom prst="ellipse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6702552" y="5596128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leave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496812" y="5939028"/>
            <a:ext cx="82296" cy="82296"/>
          </a:xfrm>
          <a:prstGeom prst="ellipse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6702552" y="5870448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timesheets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6812" y="6213348"/>
            <a:ext cx="82296" cy="82296"/>
          </a:xfrm>
          <a:prstGeom prst="ellipse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6702552" y="6144768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payslips &amp; salary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496812" y="6487668"/>
            <a:ext cx="82296" cy="82296"/>
          </a:xfrm>
          <a:prstGeom prst="ellipse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6702552" y="6419088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tax declarations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496812" y="6761988"/>
            <a:ext cx="82296" cy="82296"/>
          </a:xfrm>
          <a:prstGeom prst="ellipse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6702552" y="6693408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helpdesk tickets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466344"/>
            <a:ext cx="11292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components connect — from user to database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251960" y="10515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183880" y="10515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378440" y="10515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325880"/>
            <a:ext cx="3474720" cy="914400"/>
          </a:xfrm>
          <a:prstGeom prst="roundRect">
            <a:avLst>
              <a:gd name="adj" fmla="val 7000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Browser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18105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 ·  Tailwind CSS  ·  Axios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423160"/>
            <a:ext cx="3474720" cy="914400"/>
          </a:xfrm>
          <a:prstGeom prst="roundRect">
            <a:avLst>
              <a:gd name="adj" fmla="val 7000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9077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·  Expo  ·  Tamagui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1920240"/>
            <a:ext cx="32004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931920" y="2880360"/>
            <a:ext cx="32004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297680" y="1325880"/>
            <a:ext cx="3474720" cy="731520"/>
          </a:xfrm>
          <a:prstGeom prst="roundRect">
            <a:avLst>
              <a:gd name="adj" fmla="val 8750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34840" y="14447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Nginx Reverse Proxy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17556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Termination  ·  Port 80/443 → 3000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97680" y="2176272"/>
            <a:ext cx="3474720" cy="1188720"/>
          </a:xfrm>
          <a:prstGeom prst="roundRect">
            <a:avLst>
              <a:gd name="adj" fmla="val 5385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434840" y="22860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Node.js / Express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34840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 ·  RESTful Routes  ·  PM2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34840" y="28529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 ·  Nodemailer  ·  bcryptjs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18120" y="1920240"/>
            <a:ext cx="3200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818120" y="2834640"/>
            <a:ext cx="3200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183880" y="1325880"/>
            <a:ext cx="2103120" cy="1280160"/>
          </a:xfrm>
          <a:prstGeom prst="roundRect">
            <a:avLst>
              <a:gd name="adj" fmla="val 5000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321040" y="14447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8.4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175564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4306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Stored Procs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83880" y="2724912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32104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 Storage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21040" y="3127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uploads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Disk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332720" y="1920240"/>
            <a:ext cx="2743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0378440" y="1325880"/>
            <a:ext cx="1554480" cy="2194560"/>
          </a:xfrm>
          <a:prstGeom prst="roundRect">
            <a:avLst>
              <a:gd name="adj" fmla="val 4118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0515600" y="1417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515600" y="17556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51560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515600" y="26700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730752"/>
            <a:ext cx="11521440" cy="640080"/>
          </a:xfrm>
          <a:prstGeom prst="roundRect">
            <a:avLst>
              <a:gd name="adj" fmla="val 10000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94360" y="38404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Flow:  User Browser/Mobile  →  HTTPS  →  Nginx  →  Express API  →  MySQL RDS  →  Response  →  User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11480" y="4498848"/>
            <a:ext cx="11521440" cy="1234440"/>
          </a:xfrm>
          <a:prstGeom prst="roundRect">
            <a:avLst>
              <a:gd name="adj" fmla="val 5185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94360" y="4572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58368" y="49377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50392" y="48646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+ Refresh Tokens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8368" y="52120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50392" y="51389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Salary Encryption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58368" y="54864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50392" y="54132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Password Hashing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93208" y="49377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285232" y="48646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+ IP Allowlist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093208" y="52120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285232" y="51389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SSL via Nginx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686800" y="48646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via Nodemailer (SMTP Gmail)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686800" y="51389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 managed via Multer middleware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AUTH FLOW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Authentication Flow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users securely access the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20574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97280" y="987552"/>
            <a:ext cx="548640" cy="5486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9728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Credentials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password on login page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938528"/>
            <a:ext cx="2286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51760" y="1097280"/>
            <a:ext cx="20574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383280" y="987552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8328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16002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0" y="19659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hash check against 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938528"/>
            <a:ext cx="2286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937760" y="1097280"/>
            <a:ext cx="20574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669280" y="987552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66928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16002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Issued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19659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(1d) + Refresh token (7d)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40880" y="1938528"/>
            <a:ext cx="2286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223760" y="1097280"/>
            <a:ext cx="20574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955280" y="987552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95528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0" y="16002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Detected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0" y="19659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Manager or Employee role read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326880" y="1938528"/>
            <a:ext cx="2286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509760" y="1097280"/>
            <a:ext cx="20574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0241280" y="987552"/>
            <a:ext cx="548640" cy="5486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024128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01200" y="16002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Loaded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0" y="19659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dashboard rendered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Strategy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3383280"/>
            <a:ext cx="502920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57200" y="3383280"/>
            <a:ext cx="109728" cy="804672"/>
          </a:xfrm>
          <a:prstGeom prst="round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58368" y="3493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8368" y="3749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(1 day). Sent with every API request in Authorization header.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4297680"/>
            <a:ext cx="502920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57200" y="4297680"/>
            <a:ext cx="109728" cy="804672"/>
          </a:xfrm>
          <a:prstGeom prst="round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8368" y="4407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" y="4663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(7 days). Used to get a new access token without re-login.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5212080"/>
            <a:ext cx="502920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57200" y="5212080"/>
            <a:ext cx="109728" cy="80467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58368" y="53218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Refresh: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8368" y="5577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silently refreshes tokens in background — seamless UX.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760720" y="3017520"/>
            <a:ext cx="5943600" cy="3182112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943600" y="312724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Redirect After Login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943600" y="3520440"/>
            <a:ext cx="5394960" cy="685800"/>
          </a:xfrm>
          <a:prstGeom prst="roundRect">
            <a:avLst>
              <a:gd name="adj" fmla="val 9333"/>
            </a:avLst>
          </a:prstGeom>
          <a:solidFill>
            <a:srgbClr val="EBF4F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943600" y="3520440"/>
            <a:ext cx="109728" cy="685800"/>
          </a:xfrm>
          <a:prstGeom prst="round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172200" y="3630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HR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172200" y="38862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/admin/dashboard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943600" y="4343400"/>
            <a:ext cx="5394960" cy="685800"/>
          </a:xfrm>
          <a:prstGeom prst="roundRect">
            <a:avLst>
              <a:gd name="adj" fmla="val 9333"/>
            </a:avLst>
          </a:prstGeom>
          <a:solidFill>
            <a:srgbClr val="EBF4F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5943600" y="4343400"/>
            <a:ext cx="109728" cy="685800"/>
          </a:xfrm>
          <a:prstGeom prst="round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172200" y="4453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172200" y="47091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/manager/dashboard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943600" y="5166360"/>
            <a:ext cx="5394960" cy="685800"/>
          </a:xfrm>
          <a:prstGeom prst="roundRect">
            <a:avLst>
              <a:gd name="adj" fmla="val 9333"/>
            </a:avLst>
          </a:prstGeom>
          <a:solidFill>
            <a:srgbClr val="EBF4F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5943600" y="5166360"/>
            <a:ext cx="109728" cy="685800"/>
          </a:xfrm>
          <a:prstGeom prst="roundRect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172200" y="52760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172200" y="55321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/employee/dashboard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943600" y="594360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All protected routes check JWT validity. Expired token triggers refresh flow or redirect to login.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MODULES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3894" y="448056"/>
            <a:ext cx="1134042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at a Glance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HRMS Portal manages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27432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🗓️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15568" y="12801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18105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approve &amp; track all leave types with calendar view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097280"/>
            <a:ext cx="27432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2044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41648" y="12801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Timesheets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20440" y="18105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attendance, timesheet submission and approval workflow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1097280"/>
            <a:ext cx="27432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4652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67728" y="12801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Salary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18105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slips, CTC breakdown, AES-256 encrypted storage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235440" y="1097280"/>
            <a:ext cx="27432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37260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93808" y="12801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Tax Declaration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72600" y="18105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declare investments; admin reviews and approves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34640"/>
            <a:ext cx="27432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9436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🎫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15568" y="3017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35478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raises ticket → manager resolves → status tracked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0" y="2834640"/>
            <a:ext cx="27432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52044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041648" y="3017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520440" y="35478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postings, applicant tracking, interview scheduling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09360" y="2834640"/>
            <a:ext cx="27432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4652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67728" y="3017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&amp; Onboarding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46520" y="35478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letters, joining forms, document submission, verification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235440" y="2834640"/>
            <a:ext cx="27432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37260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893808" y="3017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372600" y="35478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employee profiles, departments, designations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27432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9436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115568" y="47548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Settings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94360" y="528523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config, system settings, user role management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383280" y="4572000"/>
            <a:ext cx="27432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52044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041648" y="47548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520440" y="528523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emails for leave, payroll, tickets, and more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09360" y="4572000"/>
            <a:ext cx="27432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44652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967728" y="47548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446520" y="528523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for employees to access HRMS on the go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235440" y="4572000"/>
            <a:ext cx="27432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937260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9893808" y="47548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372600" y="528523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leave, payroll reports for admin and managers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MODULE FLOW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73224" y="457200"/>
            <a:ext cx="113310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 Workflow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request to approval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3520440" cy="384048"/>
          </a:xfrm>
          <a:prstGeom prst="roundRect">
            <a:avLst>
              <a:gd name="adj" fmla="val 11905"/>
            </a:avLst>
          </a:prstGeom>
          <a:solidFill>
            <a:srgbClr val="1A2E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051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051560"/>
            <a:ext cx="3520440" cy="384048"/>
          </a:xfrm>
          <a:prstGeom prst="roundRect">
            <a:avLst>
              <a:gd name="adj" fmla="val 11905"/>
            </a:avLst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51960" y="1051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051560"/>
            <a:ext cx="3520440" cy="384048"/>
          </a:xfrm>
          <a:prstGeom prst="roundRect">
            <a:avLst>
              <a:gd name="adj" fmla="val 11905"/>
            </a:avLst>
          </a:prstGeom>
          <a:solidFill>
            <a:srgbClr val="01A88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46720" y="1051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Admin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572768"/>
            <a:ext cx="3520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1572768"/>
            <a:ext cx="91440" cy="1097280"/>
          </a:xfrm>
          <a:prstGeom prst="round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17556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leave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(type, dates, reason)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94560" y="2688336"/>
            <a:ext cx="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2944368"/>
            <a:ext cx="3520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2944368"/>
            <a:ext cx="91440" cy="1097280"/>
          </a:xfrm>
          <a:prstGeom prst="round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5800" y="31272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status: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/ Approved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Rejected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94560" y="4059936"/>
            <a:ext cx="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" y="4315968"/>
            <a:ext cx="3520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7200" y="4315968"/>
            <a:ext cx="91440" cy="1097280"/>
          </a:xfrm>
          <a:prstGeom prst="round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5800" y="44988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email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51960" y="1572768"/>
            <a:ext cx="3520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251960" y="1572768"/>
            <a:ext cx="91440" cy="1097280"/>
          </a:xfrm>
          <a:prstGeom prst="round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480560" y="17556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balance check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89320" y="2688336"/>
            <a:ext cx="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251960" y="2944368"/>
            <a:ext cx="3520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251960" y="2944368"/>
            <a:ext cx="91440" cy="1097280"/>
          </a:xfrm>
          <a:prstGeom prst="round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480560" y="31272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 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manager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email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4059936"/>
            <a:ext cx="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251960" y="4315968"/>
            <a:ext cx="3520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251960" y="4315968"/>
            <a:ext cx="91440" cy="1097280"/>
          </a:xfrm>
          <a:prstGeom prst="round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480560" y="44988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leave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if approved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46720" y="1572768"/>
            <a:ext cx="3520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046720" y="1572768"/>
            <a:ext cx="91440" cy="1097280"/>
          </a:xfrm>
          <a:prstGeom prst="roundRect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275320" y="17556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email alert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pending leave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784080" y="2688336"/>
            <a:ext cx="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046720" y="2944368"/>
            <a:ext cx="3520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046720" y="2944368"/>
            <a:ext cx="91440" cy="1097280"/>
          </a:xfrm>
          <a:prstGeom prst="roundRect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275320" y="31272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 Admin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tab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784080" y="4059936"/>
            <a:ext cx="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046720" y="4315968"/>
            <a:ext cx="3520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046720" y="4315968"/>
            <a:ext cx="91440" cy="1097280"/>
          </a:xfrm>
          <a:prstGeom prst="roundRect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275320" y="44988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Approve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Reject with reason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5486400"/>
            <a:ext cx="11247120" cy="685800"/>
          </a:xfrm>
          <a:prstGeom prst="roundRect">
            <a:avLst>
              <a:gd name="adj" fmla="val 9333"/>
            </a:avLst>
          </a:prstGeom>
          <a:solidFill>
            <a:srgbClr val="EBF4F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40080" y="56235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920240" y="5623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Casual Leave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611880" y="5623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Sick Leave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303520" y="5623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Earned Leave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995160" y="5623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Maternity/Paternity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686800" y="5623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Compensatory Off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378440" y="5623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Optional Holiday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PAYROLL FLOW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338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Salary Workflow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salary is processed, encrypted and delivered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21031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0120" y="987552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0120" y="9875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481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Configures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02996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sets CTC components: Basic, HRA, PF, PT, LOP, Bonus etc.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2084832"/>
            <a:ext cx="1828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70048" y="1097280"/>
            <a:ext cx="21031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64408" y="987552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64408" y="9875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07208" y="1481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07208" y="202996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runs payroll for a month. System calculates net salary.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18888" y="2084832"/>
            <a:ext cx="1828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974336" y="1097280"/>
            <a:ext cx="21031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568696" y="987552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568696" y="9875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11496" y="1481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11496" y="202996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data encrypted with AES-256-GCM before storage in DB.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23176" y="2084832"/>
            <a:ext cx="1828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278624" y="1097280"/>
            <a:ext cx="21031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872984" y="987552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872984" y="9875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15784" y="1481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15784" y="202996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can view &amp; download PDF payslip from their dashboard.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427464" y="2084832"/>
            <a:ext cx="1828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582912" y="1097280"/>
            <a:ext cx="21031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0177272" y="987552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0177272" y="9875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20072" y="1481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720072" y="202996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receives email notification that payslip is ready.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337560"/>
            <a:ext cx="54864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0080" y="3456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Components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38221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03120" y="38221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Pay, HRA, Special Allowance, Transport, Bonus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0080" y="43708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103120" y="4370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Provident Fund (PF), Professional Tax (PT), Income Tax (TDS)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0080" y="49194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103120" y="4919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Pay (LOP), Performance Bonus, Overtime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0080" y="5468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Salary: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103120" y="5468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Earnings − Total Deductions = Take-Home Pay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17920" y="3337560"/>
            <a:ext cx="5212080" cy="2743200"/>
          </a:xfrm>
          <a:prstGeom prst="roundRect">
            <a:avLst>
              <a:gd name="adj" fmla="val 2333"/>
            </a:avLst>
          </a:prstGeom>
          <a:solidFill>
            <a:srgbClr val="1A2E4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400800" y="34564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Salary Security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537960" y="401421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766560" y="395020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data is encrypted with AES-256-GCM before being written to MySQL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537960" y="445312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766560" y="43891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64-character hex encryption key is stored in environment variables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37960" y="489204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766560" y="482803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decrypted at runtime when fetched by authorized users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537960" y="5330952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766560" y="526694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can only see their own salary — no cross-visibility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537960" y="576986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766560" y="570585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payslips are generated on-the-fly using jsPDF, never stored as files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MODULE FLOWS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82555" y="512064"/>
            <a:ext cx="1132176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&amp; Timesheet Workflows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486400" cy="5623560"/>
          </a:xfrm>
          <a:prstGeom prst="roundRect">
            <a:avLst>
              <a:gd name="adj" fmla="val 11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5486400" cy="457200"/>
          </a:xfrm>
          <a:prstGeom prst="roundRect">
            <a:avLst>
              <a:gd name="adj" fmla="val 14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 Helpdesk Ticket 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64592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83080" y="16459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ticket with subject, description &amp; category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43000" y="1938528"/>
            <a:ext cx="0" cy="402336"/>
          </a:xfrm>
          <a:prstGeom prst="line">
            <a:avLst/>
          </a:prstGeom>
          <a:noFill/>
          <a:ln w="9525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" y="235915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2359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83080" y="235915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created with status "Pending", email sent to manager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143000" y="2651760"/>
            <a:ext cx="0" cy="402336"/>
          </a:xfrm>
          <a:prstGeom prst="line">
            <a:avLst/>
          </a:prstGeom>
          <a:noFill/>
          <a:ln w="9525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94360" y="3072384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" y="30723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83080" y="307238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ticket, can Approve (assign team) or Reject with reason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143000" y="3364992"/>
            <a:ext cx="0" cy="402336"/>
          </a:xfrm>
          <a:prstGeom prst="line">
            <a:avLst/>
          </a:prstGeom>
          <a:noFill/>
          <a:ln w="9525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94360" y="3785616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4360" y="3785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83080" y="378561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email with manager decision and comments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143000" y="4078224"/>
            <a:ext cx="0" cy="402336"/>
          </a:xfrm>
          <a:prstGeom prst="line">
            <a:avLst/>
          </a:prstGeom>
          <a:noFill/>
          <a:ln w="9525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94360" y="4498848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4498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783080" y="449884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ticket, marks as Closed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143000" y="4791456"/>
            <a:ext cx="0" cy="402336"/>
          </a:xfrm>
          <a:prstGeom prst="line">
            <a:avLst/>
          </a:prstGeom>
          <a:noFill/>
          <a:ln w="9525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94360" y="521208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94360" y="5212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783080" y="521208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resolution and ticket history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1051560"/>
            <a:ext cx="5486400" cy="5623560"/>
          </a:xfrm>
          <a:prstGeom prst="roundRect">
            <a:avLst>
              <a:gd name="adj" fmla="val 11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217920" y="1051560"/>
            <a:ext cx="5486400" cy="457200"/>
          </a:xfrm>
          <a:prstGeom prst="roundRect">
            <a:avLst>
              <a:gd name="adj" fmla="val 14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0" y="1051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Timesheet Workflow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55080" y="164592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5508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543800" y="16459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daily working hours, task description &amp; project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03720" y="1938528"/>
            <a:ext cx="0" cy="402336"/>
          </a:xfrm>
          <a:prstGeom prst="line">
            <a:avLst/>
          </a:prstGeom>
          <a:noFill/>
          <a:ln w="9525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355080" y="235915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355080" y="2359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43800" y="235915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timesheet for a week/period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03720" y="2651760"/>
            <a:ext cx="0" cy="402336"/>
          </a:xfrm>
          <a:prstGeom prst="line">
            <a:avLst/>
          </a:prstGeom>
          <a:noFill/>
          <a:ln w="9525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355080" y="3072384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355080" y="30723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543800" y="307238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Notifies manager that timesheet is pending review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903720" y="3364992"/>
            <a:ext cx="0" cy="402336"/>
          </a:xfrm>
          <a:prstGeom prst="line">
            <a:avLst/>
          </a:prstGeom>
          <a:noFill/>
          <a:ln w="9525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355080" y="3785616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355080" y="3785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543800" y="378561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submitted hours and task details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03720" y="4078224"/>
            <a:ext cx="0" cy="402336"/>
          </a:xfrm>
          <a:prstGeom prst="line">
            <a:avLst/>
          </a:prstGeom>
          <a:noFill/>
          <a:ln w="9525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355080" y="4498848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355080" y="4498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543800" y="449884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rejects timesheet (with notes if rejected)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03720" y="4791456"/>
            <a:ext cx="0" cy="402336"/>
          </a:xfrm>
          <a:prstGeom prst="line">
            <a:avLst/>
          </a:prstGeom>
          <a:noFill/>
          <a:ln w="9525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355080" y="521208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355080" y="5212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543800" y="521208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notified — approved timesheets feed into payroll LOP calc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RECRUITMENT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82555" y="448056"/>
            <a:ext cx="1132176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Pipeline &amp; Resume Parser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82555" y="731520"/>
            <a:ext cx="1132176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hiring — from job posting to active employee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1031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05840" y="96012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960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175564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opening with role, skills &amp; experience requirements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06040" y="1920240"/>
            <a:ext cx="182880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61488" y="1051560"/>
            <a:ext cx="21031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310128" y="96012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10128" y="960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52928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52928" y="175564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uploads PDF/DOCX — AI parser extracts skills &amp; experience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10328" y="1920240"/>
            <a:ext cx="18288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065776" y="1051560"/>
            <a:ext cx="21031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614416" y="96012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614416" y="960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57216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57216" y="175564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scores candidate vs job requirements automatically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14616" y="1920240"/>
            <a:ext cx="1828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370064" y="1051560"/>
            <a:ext cx="21031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918704" y="96012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918704" y="960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61504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61504" y="175564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scheduled; feedback logged per round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518904" y="1920240"/>
            <a:ext cx="1828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674352" y="1051560"/>
            <a:ext cx="21031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0222992" y="96012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0222992" y="960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765792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765792" y="175564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generated digitally with all agreed terms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3017520"/>
            <a:ext cx="6858000" cy="36118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57200" y="3017520"/>
            <a:ext cx="6858000" cy="438912"/>
          </a:xfrm>
          <a:prstGeom prst="roundRect">
            <a:avLst>
              <a:gd name="adj" fmla="val 14583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0080" y="3017520"/>
            <a:ext cx="6492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Parser — How It Works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4360" y="3584448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94360" y="3584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783080" y="358444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uploads PDF or DOCX resume (max 5 MB) via the candidate profile page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4360" y="40050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94360" y="40050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783080" y="400507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 (for PDF) or mammoth (for DOCX) extracts raw text from the file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94360" y="4425696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94360" y="44256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783080" y="442569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 reads the text and extracts: name, email, phone, skills, experience, education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4360" y="484632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94360" y="4846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Fallback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783080" y="484632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OpenAI API key is not set, a regex-based fallback parser runs instead — no downtime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94360" y="5266944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94360" y="52669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783080" y="526694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skills &amp; experience are scored against the job's required skills — match % displayed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94360" y="5687568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94360" y="5687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783080" y="56875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of resume content detects duplicate candidates before saving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94360" y="610819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94360" y="6108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783080" y="610819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data saved to DB via sp_rec_save_dynamic_field — fields are schema-driven from DB config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543800" y="3017520"/>
            <a:ext cx="4389120" cy="36118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7543800" y="3017520"/>
            <a:ext cx="4389120" cy="438912"/>
          </a:xfrm>
          <a:prstGeom prst="roundRect">
            <a:avLst>
              <a:gd name="adj" fmla="val 1458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726680" y="301752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Post-Offer Onboarding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772400" y="3657600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7973568" y="3584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Form: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973568" y="3840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fills digital form with personal &amp; bank details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772400" y="4224528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973568" y="4151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Documents: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973568" y="44074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uploads required documents (ID, certificates)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772400" y="4791456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7973568" y="47183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973568" y="49743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Admin/HR verifies all submitted documents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772400" y="5358384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7973568" y="52852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Created: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973568" y="55412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account activated — all modules accessible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772400" y="5925312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7973568" y="5852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Declaration: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7973568" y="6108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employee declares tax investments for the year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IT DECLARATION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91886" y="484632"/>
            <a:ext cx="113124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Tax Declaration Workflow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employees submit and admin reviews tax declarations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3566160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737360" y="118872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737360" y="1188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Opens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Window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17627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activates the declaration form for a financial year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69080" y="1691640"/>
            <a:ext cx="210312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251960" y="1097280"/>
            <a:ext cx="3566160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532120" y="118872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532120" y="1188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217627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fills in investments: 80C, 80D, HRA, home loan, etc.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63840" y="1691640"/>
            <a:ext cx="210312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046720" y="1097280"/>
            <a:ext cx="3566160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326880" y="118872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326880" y="1188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8388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83880" y="217627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submitted; status moves to "Pending Admin Review"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3566160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737360" y="352044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737360" y="35204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Approves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50799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declared amounts, approves or requests correction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069080" y="4023360"/>
            <a:ext cx="210312" cy="0"/>
          </a:xfrm>
          <a:prstGeom prst="line">
            <a:avLst/>
          </a:prstGeom>
          <a:noFill/>
          <a:ln w="19050">
            <a:solidFill>
              <a:srgbClr val="01A88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251960" y="3429000"/>
            <a:ext cx="3566160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532120" y="352044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532120" y="35204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89120" y="450799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uploads investment proof documents (PDF/image)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863840" y="4023360"/>
            <a:ext cx="210312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046720" y="3429000"/>
            <a:ext cx="3566160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9326880" y="352044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326880" y="35204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8388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183880" y="450799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verifies proof documents and finalizes TDS calculation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MOBILE APP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54563" y="484632"/>
            <a:ext cx="1134975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for iOS &amp; Android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5029200" cy="5166360"/>
          </a:xfrm>
          <a:prstGeom prst="roundRect">
            <a:avLst>
              <a:gd name="adj" fmla="val 1273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1704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6367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15727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1572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SDK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23113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21671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2167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(strict mode)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82549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27614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7614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Tamagui — cross-platform design system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41985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" y="33558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33558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 (stack + tabs)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01421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14400" y="39502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31720" y="39502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 + hooks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6085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14400" y="4544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31720" y="45445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— same backend as web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20293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14400" y="51389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51389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(shared with web app)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15000" y="1051560"/>
            <a:ext cx="5989320" cy="2423160"/>
          </a:xfrm>
          <a:prstGeom prst="roundRect">
            <a:avLst>
              <a:gd name="adj" fmla="val 2642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897880" y="117043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89320" y="16367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217920" y="157276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JWT — same credentials as web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213969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217920" y="20756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apply for leave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264261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217920" y="257860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and track timesheets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314553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17920" y="308152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and monitor helpdesk tickets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89320" y="364845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217920" y="358444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payslips and salary info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89320" y="41513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217920" y="408736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employee profile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89320" y="465429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217920" y="45902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support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715000" y="3639312"/>
            <a:ext cx="5989320" cy="914400"/>
          </a:xfrm>
          <a:prstGeom prst="roundRect">
            <a:avLst>
              <a:gd name="adj" fmla="val 7000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897880" y="3730752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Project Path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897880" y="40416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C:\TimeSheet\humanresourceshradmintemplate\mobile\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715000" y="4663440"/>
            <a:ext cx="5989320" cy="1508760"/>
          </a:xfrm>
          <a:prstGeom prst="roundRect">
            <a:avLst>
              <a:gd name="adj" fmla="val 4242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897880" y="475488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How to Run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897880" y="507492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mobile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897880" y="5330952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897880" y="5586984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start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897880" y="584301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QR with Expo Go app on phone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NOTIFICATIONS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5233" y="457200"/>
            <a:ext cx="1135908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System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alerts for all key actions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91440" cy="822960"/>
          </a:xfrm>
          <a:prstGeom prst="round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11887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Leave Requested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94760" y="11887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Manager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55448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leave request pending your approval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91440" cy="822960"/>
          </a:xfrm>
          <a:prstGeom prst="round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92240" y="11887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Leave Approved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46920" y="11887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Employee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92240" y="155448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leave has been approved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05740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2057400"/>
            <a:ext cx="91440" cy="822960"/>
          </a:xfrm>
          <a:prstGeom prst="round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21488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Leave Rejected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94760" y="2148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Employee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25146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leave was rejected with reason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205740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309360" y="2057400"/>
            <a:ext cx="91440" cy="822960"/>
          </a:xfrm>
          <a:prstGeom prst="round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92240" y="21488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Payslip Generated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46920" y="2148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Employee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25146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salary slip for [month] is ready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57200" y="3017520"/>
            <a:ext cx="91440" cy="822960"/>
          </a:xfrm>
          <a:prstGeom prst="round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31089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Helpdesk Ticket Created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94760" y="3108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Manager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34747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support ticket assigned to your team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09360" y="301752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309360" y="3017520"/>
            <a:ext cx="91440" cy="822960"/>
          </a:xfrm>
          <a:prstGeom prst="round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92240" y="31089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Ticket Resolved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46920" y="3108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Employee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92240" y="34747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helpdesk ticket has been resolved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97764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57200" y="3977640"/>
            <a:ext cx="91440" cy="822960"/>
          </a:xfrm>
          <a:prstGeom prst="round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0080" y="4069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Timesheet Submitted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794760" y="40690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Manager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0080" y="44348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 pending your review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09360" y="397764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309360" y="3977640"/>
            <a:ext cx="91440" cy="822960"/>
          </a:xfrm>
          <a:prstGeom prst="round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92240" y="4069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Timesheet Approved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646920" y="40690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Employee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92240" y="44348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timesheet has been approved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93776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57200" y="4937760"/>
            <a:ext cx="91440" cy="822960"/>
          </a:xfrm>
          <a:prstGeom prst="round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40080" y="50292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New Employee Joined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794760" y="50292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Admin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40080" y="539496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form submitted and ready for review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09360" y="493776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309360" y="4937760"/>
            <a:ext cx="91440" cy="822960"/>
          </a:xfrm>
          <a:prstGeom prst="round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492240" y="50292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IT Declaration Reviewed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646920" y="50292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Employee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492240" y="539496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IT declaration has been reviewed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5943600"/>
            <a:ext cx="11247120" cy="594360"/>
          </a:xfrm>
          <a:prstGeom prst="roundRect">
            <a:avLst>
              <a:gd name="adj" fmla="val 10769"/>
            </a:avLst>
          </a:prstGeom>
          <a:solidFill>
            <a:srgbClr val="EBF4F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40080" y="605332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Provider: Nodemailer + Gmail SMTP  ·  Configured in backend .env: SMTP_HOST, SMTP_USER, SMTP_PASS, SMTP_FROM_NAME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3894" y="438912"/>
            <a:ext cx="1134042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Protection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layers protecting data at rest and in transit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983480"/>
          </a:xfrm>
          <a:prstGeom prst="roundRect">
            <a:avLst>
              <a:gd name="adj" fmla="val 2333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325880" y="987552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25880" y="9875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5727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2084832"/>
            <a:ext cx="2011680" cy="0"/>
          </a:xfrm>
          <a:prstGeom prst="line">
            <a:avLst/>
          </a:prstGeom>
          <a:noFill/>
          <a:ln w="9525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95528" y="2304288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24128" y="22402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expires in 1 day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5528" y="2990088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24128" y="29260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expires in 7 days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5528" y="3675888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24128" y="36118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signed with secret key (256-bit)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5528" y="4361688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24128" y="42976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without re-login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1051560"/>
            <a:ext cx="2743200" cy="4983480"/>
          </a:xfrm>
          <a:prstGeom prst="roundRect">
            <a:avLst>
              <a:gd name="adj" fmla="val 2333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251960" y="987552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251960" y="9875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520440" y="15727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49040" y="2084832"/>
            <a:ext cx="2011680" cy="0"/>
          </a:xfrm>
          <a:prstGeom prst="line">
            <a:avLst/>
          </a:prstGeom>
          <a:noFill/>
          <a:ln w="9525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721608" y="2304288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950208" y="22402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with salt rounds (cost factor 10)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21608" y="2990088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950208" y="29260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never stored in plain text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21608" y="3675888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950208" y="36118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hash — cannot be reversed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21608" y="4361688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950208" y="42976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reset but never view passwords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09360" y="1051560"/>
            <a:ext cx="2743200" cy="4983480"/>
          </a:xfrm>
          <a:prstGeom prst="roundRect">
            <a:avLst>
              <a:gd name="adj" fmla="val 2333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178040" y="987552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178040" y="9875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446520" y="15727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Encryption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75120" y="2084832"/>
            <a:ext cx="2011680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647688" y="23042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876288" y="22402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algorithm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647688" y="29900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876288" y="29260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64-char hex key in env variables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47688" y="36758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876288" y="36118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IV generated per encryption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47688" y="43616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876288" y="42976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decrypted only on authorized fetch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235440" y="1051560"/>
            <a:ext cx="2743200" cy="4983480"/>
          </a:xfrm>
          <a:prstGeom prst="roundRect">
            <a:avLst>
              <a:gd name="adj" fmla="val 2333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10104120" y="987552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10104120" y="9875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9372600" y="15727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601200" y="2084832"/>
            <a:ext cx="2011680" cy="0"/>
          </a:xfrm>
          <a:prstGeom prst="line">
            <a:avLst/>
          </a:prstGeom>
          <a:noFill/>
          <a:ln w="9525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9573768" y="2304288"/>
            <a:ext cx="91440" cy="91440"/>
          </a:xfrm>
          <a:prstGeom prst="ellipse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9802368" y="22402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via Nginx SSL termination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573768" y="2990088"/>
            <a:ext cx="91440" cy="91440"/>
          </a:xfrm>
          <a:prstGeom prst="ellipse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9802368" y="29260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configured with credentials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573768" y="3675888"/>
            <a:ext cx="91440" cy="91440"/>
          </a:xfrm>
          <a:prstGeom prst="ellipse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9802368" y="36118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allowlist on production server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573768" y="4361688"/>
            <a:ext cx="91440" cy="91440"/>
          </a:xfrm>
          <a:prstGeom prst="ellipse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9802368" y="42976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DB port (4306 not 3306)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" y="6144768"/>
            <a:ext cx="11247120" cy="502920"/>
          </a:xfrm>
          <a:prstGeom prst="roundRect">
            <a:avLst>
              <a:gd name="adj" fmla="val 12727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40080" y="623620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in transit is encrypted via HTTPS/TLS  ·  Database credentials stored in environment variables, never in code  ·  Multer file validation on uploads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INFRASTRUCTURE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3894" y="457200"/>
            <a:ext cx="1134042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&amp; Infrastructure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+ RDS + PM2 + Nginx setup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557784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5577840" cy="475488"/>
          </a:xfrm>
          <a:prstGeom prst="roundRect">
            <a:avLst>
              <a:gd name="adj" fmla="val 13462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109728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AWS EC2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847088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60120" y="178308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26.04 LTS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286000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60120" y="22219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18.234.111.185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2724912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60120" y="2660904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access via id_rsa key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163824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60120" y="3099816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lives at /var/EmployeePortalapplication/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1097280"/>
            <a:ext cx="557784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63640" y="1097280"/>
            <a:ext cx="5577840" cy="475488"/>
          </a:xfrm>
          <a:prstGeom prst="roundRect">
            <a:avLst>
              <a:gd name="adj" fmla="val 13462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46520" y="109728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AWS RDS MySQL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1847088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66560" y="178308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8.4 managed database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37960" y="2286000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66560" y="22219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hrms.c02gczm2cgx8.us-east-1.rds.amazonaws.com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37960" y="2724912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766560" y="2660904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4306 (custom)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37960" y="3163824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766560" y="3099816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hrms_db  ·  User: HRMSadmin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749040"/>
            <a:ext cx="557784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7200" y="3749040"/>
            <a:ext cx="5577840" cy="475488"/>
          </a:xfrm>
          <a:prstGeom prst="roundRect">
            <a:avLst>
              <a:gd name="adj" fmla="val 13462"/>
            </a:avLst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" y="374904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Nginx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" y="4498848"/>
            <a:ext cx="91440" cy="91440"/>
          </a:xfrm>
          <a:prstGeom prst="ellipse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60120" y="443484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on ports 80/443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1520" y="4937760"/>
            <a:ext cx="91440" cy="91440"/>
          </a:xfrm>
          <a:prstGeom prst="ellipse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60120" y="487375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traffic to Node.js port 3000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1520" y="5376672"/>
            <a:ext cx="91440" cy="91440"/>
          </a:xfrm>
          <a:prstGeom prst="ellipse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960120" y="5312664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certificate handling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1520" y="5815584"/>
            <a:ext cx="91440" cy="91440"/>
          </a:xfrm>
          <a:prstGeom prst="ellipse">
            <a:avLst/>
          </a:prstGeom>
          <a:solidFill>
            <a:srgbClr val="01A882"/>
          </a:solidFill>
          <a:ln w="12700">
            <a:solidFill>
              <a:srgbClr val="01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60120" y="5751576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/etc/nginx/sites-available/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63640" y="3749040"/>
            <a:ext cx="557784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263640" y="3749040"/>
            <a:ext cx="5577840" cy="475488"/>
          </a:xfrm>
          <a:prstGeom prst="roundRect">
            <a:avLst>
              <a:gd name="adj" fmla="val 1346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446520" y="374904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PM2 Process Manager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37960" y="44988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766560" y="443484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name: hrms-backend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537960" y="49377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766560" y="487375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 on crash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537960" y="53766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766560" y="5312664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startup for server reboots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537960" y="581558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766560" y="5751576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Logs: pm2 logs hrms-backend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6510528"/>
            <a:ext cx="11247120" cy="475488"/>
          </a:xfrm>
          <a:prstGeom prst="roundRect">
            <a:avLst>
              <a:gd name="adj" fmla="val 13462"/>
            </a:avLst>
          </a:prstGeom>
          <a:solidFill>
            <a:srgbClr val="1A2E4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40080" y="6583680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Access:  ssh -i C:\Users\Siva\.ssh\id_rsa ubuntu@18.234.111.185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ADMIN PANEL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73224" y="420624"/>
            <a:ext cx="113310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Capabilities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HR Admin can do in the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36576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1097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1755648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1691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Add/edit/deactivate employees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185416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2121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designation config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2615184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255117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document management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3044952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29809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verification workflow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43400" y="1097280"/>
            <a:ext cx="36576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343400" y="1097280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80560" y="1097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Administration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1755648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00600" y="1691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leave types &amp; policies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2185416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00600" y="2121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all leave requests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615184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00600" y="255117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leave calendar &amp; balance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3044952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00600" y="29809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leave reports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29600" y="1097280"/>
            <a:ext cx="36576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229600" y="1097280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366760" y="1097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Management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458200" y="1755648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686800" y="1691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salary components per employee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458200" y="2185416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686800" y="2121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monthly payroll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458200" y="2615184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686800" y="255117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View/edit payslips before publishing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458200" y="3044952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686800" y="29809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payroll data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3566160"/>
            <a:ext cx="36576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57200" y="3566160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94360" y="3566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85800" y="4224528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914400" y="4160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template management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5800" y="4654296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914400" y="45902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settings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5800" y="5084064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914400" y="502005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permission setup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5800" y="5513832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914400" y="544982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configuration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343400" y="3566160"/>
            <a:ext cx="36576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343400" y="3566160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480560" y="3566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572000" y="4224528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00600" y="4160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leave reports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0" y="4654296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800600" y="45902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cost reports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0" y="5084064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800600" y="502005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pipeline reports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0" y="5513832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800600" y="544982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data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229600" y="3566160"/>
            <a:ext cx="36576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8229600" y="3566160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8366760" y="3566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Oversight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458200" y="4224528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8686800" y="4160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 openings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458200" y="4654296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8686800" y="45902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applicants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458200" y="5084064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8686800" y="502005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interviews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458200" y="5513832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8686800" y="544982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offer letters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EMPLOYEE 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73224" y="457200"/>
            <a:ext cx="113310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 Portal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employee sees and can 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5029200" cy="5166360"/>
          </a:xfrm>
          <a:prstGeom prst="roundRect">
            <a:avLst>
              <a:gd name="adj" fmla="val 1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1704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the Life — Employee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5727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15727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email/password, JWT issued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13969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21396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attendance, pending requests, notifications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70662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Hours: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7066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today's timesheet with task description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273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🗓️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32735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Leave: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32735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leave with type, dates, and reason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8404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Payslip: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31720" y="38404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and download encrypted salary slip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407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🎫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44074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Ticket: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31720" y="44074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helpdesk ticket for any IT/HR issue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" y="4974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1560" y="497433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Declaration: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49743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tax investments with proof upload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5541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51560" y="55412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31720" y="554126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accessible on iOS or Android app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15000" y="1051560"/>
            <a:ext cx="5989320" cy="5166360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897880" y="117043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Accessible to Employee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97880" y="15727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/employee/dashboard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887968" y="1572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attendance, leave balance &amp; activity feed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897880" y="20939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/employee/profile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887968" y="209397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info, contact details, bank account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97880" y="26151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/employee/leave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887968" y="261518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application, history and balance summary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97880" y="31363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/employee/attendance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887968" y="31363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attendance calendar with status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97880" y="36576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/employee/timesheets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887968" y="3657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Submit, view and track timesheet approvals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97880" y="41788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/employee/payslips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887968" y="41788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payslips listed by month, downloadable PDF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897880" y="47000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/employee/helpdesk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887968" y="470001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tickets, view replies, check status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97880" y="522122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/employee/it-declaration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887968" y="522122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tax investment declarations + proof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897880" y="57424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/employee/documents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887968" y="57424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offer letter, joining letter, policies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HANDOVER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4805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Checklist &amp; Key Notes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points for the incoming team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3657600" cy="5166360"/>
          </a:xfrm>
          <a:prstGeom prst="roundRect">
            <a:avLst>
              <a:gd name="adj" fmla="val 1750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3657600" cy="438912"/>
          </a:xfrm>
          <a:prstGeom prst="roundRect">
            <a:avLst>
              <a:gd name="adj" fmla="val 14583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66928" y="105156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Credentials &amp; Access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1728216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166420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key: C:\Users\Siva\.ssh\id_rsa — guard this key carefully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734056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267004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password in backend .env — do NOT commit to version control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3739896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367588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secrets in .env — rotate periodically for security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4745736"/>
            <a:ext cx="91440" cy="914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468172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password in .env — change if you switch email accounts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0" y="1051560"/>
            <a:ext cx="3657600" cy="5166360"/>
          </a:xfrm>
          <a:prstGeom prst="roundRect">
            <a:avLst>
              <a:gd name="adj" fmla="val 1750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389120" y="1051560"/>
            <a:ext cx="3657600" cy="438912"/>
          </a:xfrm>
          <a:prstGeom prst="roundRect">
            <a:avLst>
              <a:gd name="adj" fmla="val 1458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98848" y="105156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Deployment Notes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172821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46320" y="166420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backend with explicit DB env vars using PM2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27340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46320" y="267004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code changes: git pull → npm install → pm2 restart hrms-backend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373989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0" y="367588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config at /etc/nginx/sites-available/ — reload after changes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47457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46320" y="468172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build: npm run build → copy dist/ to server public folder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21040" y="1051560"/>
            <a:ext cx="3657600" cy="5166360"/>
          </a:xfrm>
          <a:prstGeom prst="roundRect">
            <a:avLst>
              <a:gd name="adj" fmla="val 1750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321040" y="1051560"/>
            <a:ext cx="3657600" cy="438912"/>
          </a:xfrm>
          <a:prstGeom prst="roundRect">
            <a:avLst>
              <a:gd name="adj" fmla="val 1458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430768" y="105156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Known Configuration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49640" y="172821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778240" y="166420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is set to reflect origin (supports credentials: true)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549640" y="273405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778240" y="267004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is on custom port 4306 — not standard 3306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549640" y="373989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778240" y="367588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 go to /backend/uploads/ folder on EC2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49640" y="474573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778240" y="468172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database migrations in /backend/src/database/migrations/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6355080"/>
            <a:ext cx="11247120" cy="320040"/>
          </a:xfrm>
          <a:prstGeom prst="roundRect">
            <a:avLst>
              <a:gd name="adj" fmla="val 20000"/>
            </a:avLst>
          </a:prstGeom>
          <a:solidFill>
            <a:srgbClr val="16253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40080" y="6400800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Support Contact: pavannalamala@gmail.com  ·  All source code resides locally and on EC2 server at /var/EmployeePortalapplication/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3716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0" y="3200400"/>
            <a:ext cx="5029200" cy="5029200"/>
          </a:xfrm>
          <a:prstGeom prst="ellipse">
            <a:avLst/>
          </a:prstGeom>
          <a:solidFill>
            <a:srgbClr val="162539"/>
          </a:solidFill>
          <a:ln w="12700">
            <a:solidFill>
              <a:srgbClr val="1625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326880" y="3840480"/>
            <a:ext cx="3749040" cy="3749040"/>
          </a:xfrm>
          <a:prstGeom prst="ellipse">
            <a:avLst/>
          </a:prstGeom>
          <a:solidFill>
            <a:srgbClr val="0D1E31"/>
          </a:solidFill>
          <a:ln w="12700">
            <a:solidFill>
              <a:srgbClr val="0D1E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Portal — Knowledge Transfer Complete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45720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Application: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3520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https://hrms.natsoft.io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Support Contact: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4114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pavannalamala@gmail.com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Server IP: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4709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18.234.111.185 (AWS EC2)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532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2936</Words>
  <Application>Microsoft Office PowerPoint</Application>
  <PresentationFormat>Widescreen</PresentationFormat>
  <Paragraphs>642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Siva Thalla</cp:lastModifiedBy>
  <cp:revision>2</cp:revision>
  <dcterms:created xsi:type="dcterms:W3CDTF">2026-08-17T07:53:40Z</dcterms:created>
  <dcterms:modified xsi:type="dcterms:W3CDTF">2026-08-17T08:01:21Z</dcterms:modified>
</cp:coreProperties>
</file>