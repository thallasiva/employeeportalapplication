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0369A1">
              <a:alpha val="25000"/>
            </a:srgbClr>
          </a:solidFill>
          <a:ln w="12700">
            <a:solidFill>
              <a:srgbClr val="0369A1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926080"/>
            <a:ext cx="2743200" cy="2743200"/>
          </a:xfrm>
          <a:prstGeom prst="ellipse">
            <a:avLst/>
          </a:prstGeom>
          <a:solidFill>
            <a:srgbClr val="F18200">
              <a:alpha val="20000"/>
            </a:srgbClr>
          </a:solidFill>
          <a:ln w="12700">
            <a:solidFill>
              <a:srgbClr val="F1820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Portal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Human Resource Management Platform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0369A1">
              <a:alpha val="40000"/>
            </a:srgbClr>
          </a:solidFill>
          <a:ln w="127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7947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67712" y="379476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0369A1">
              <a:alpha val="40000"/>
            </a:srgbClr>
          </a:solidFill>
          <a:ln w="127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67712" y="37947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86784" y="379476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0369A1">
              <a:alpha val="40000"/>
            </a:srgbClr>
          </a:solidFill>
          <a:ln w="127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86784" y="37947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05856" y="379476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0369A1">
              <a:alpha val="40000"/>
            </a:srgbClr>
          </a:solidFill>
          <a:ln w="127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05856" y="37947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24928" y="379476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0369A1">
              <a:alpha val="40000"/>
            </a:srgbClr>
          </a:solidFill>
          <a:ln w="127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4928" y="37947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 mini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HR Suite • Role-Based Access • AI-Powered Recruitment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HRMS built for mid-size organisations with role-gated modules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94767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27685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org chart, documents, onboarding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55848" y="194767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&amp; Attendance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227685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Requests, approvals, holiday calendars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90488" y="194767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&amp; Compliance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227685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Salary, payslips, YTD, tax forms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0175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154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21208" y="363931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96849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Rollout, KPIs, appraisal cycles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30175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46120" y="3154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355848" y="363931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96849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→ Candidates → Interviews → Offers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30175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3154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90488" y="363931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Parser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396849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 extracts skills &amp; experience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011680" cy="3749040"/>
          </a:xfrm>
          <a:prstGeom prst="roundRect">
            <a:avLst>
              <a:gd name="adj" fmla="val 6364"/>
            </a:avLst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011680" cy="438912"/>
          </a:xfrm>
          <a:prstGeom prst="roundRect">
            <a:avLst>
              <a:gd name="adj" fmla="val 2916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Router v6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Lucide Icons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CSS / Inline styles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7490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Lazy loading (code split)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005840"/>
            <a:ext cx="2011680" cy="3749040"/>
          </a:xfrm>
          <a:prstGeom prst="roundRect">
            <a:avLst>
              <a:gd name="adj" fmla="val 6364"/>
            </a:avLst>
          </a:prstGeom>
          <a:solidFill>
            <a:srgbClr val="F18200">
              <a:alpha val="12000"/>
            </a:srgbClr>
          </a:solidFill>
          <a:ln w="12700">
            <a:solidFill>
              <a:srgbClr val="F1820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0592" y="1005840"/>
            <a:ext cx="2011680" cy="438912"/>
          </a:xfrm>
          <a:prstGeom prst="roundRect">
            <a:avLst>
              <a:gd name="adj" fmla="val 29167"/>
            </a:avLst>
          </a:prstGeom>
          <a:solidFill>
            <a:srgbClr val="F18200"/>
          </a:solidFill>
          <a:ln w="12700">
            <a:solidFill>
              <a:srgbClr val="F182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0058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42032" y="15544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+ Express.js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42032" y="2103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Authentication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42032" y="2651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Access Control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42032" y="3200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Multer (file uploads)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42032" y="37490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Nodemailer (SMTP)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26864" y="1005840"/>
            <a:ext cx="2011680" cy="3749040"/>
          </a:xfrm>
          <a:prstGeom prst="roundRect">
            <a:avLst>
              <a:gd name="adj" fmla="val 6364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26864" y="1005840"/>
            <a:ext cx="2011680" cy="438912"/>
          </a:xfrm>
          <a:prstGeom prst="roundRect">
            <a:avLst>
              <a:gd name="adj" fmla="val 291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10058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18304" y="15544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MySQL 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18304" y="2103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Stored Procedures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18304" y="2651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Connection Pooling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18304" y="3200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Paginated queries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18304" y="37490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Full-text search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03136" y="1005840"/>
            <a:ext cx="2011680" cy="3749040"/>
          </a:xfrm>
          <a:prstGeom prst="roundRect">
            <a:avLst>
              <a:gd name="adj" fmla="val 6364"/>
            </a:avLst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03136" y="1005840"/>
            <a:ext cx="2011680" cy="438912"/>
          </a:xfrm>
          <a:prstGeom prst="roundRect">
            <a:avLst>
              <a:gd name="adj" fmla="val 2916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03136" y="10058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Integrations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94576" y="15544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OpenAI GPT-4o mini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94576" y="2103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pdf-parse + mammoth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94576" y="2651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Azure Teams API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94576" y="3200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Resume scoring engine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94576" y="37490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SMTP email alerts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architecture with JWT-secured API gateway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103120" cy="3291840"/>
          </a:xfrm>
          <a:prstGeom prst="roundRect">
            <a:avLst>
              <a:gd name="adj" fmla="val 6957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20440" y="1280160"/>
            <a:ext cx="2103120" cy="3291840"/>
          </a:xfrm>
          <a:prstGeom prst="roundRect">
            <a:avLst>
              <a:gd name="adj" fmla="val 6957"/>
            </a:avLst>
          </a:prstGeom>
          <a:solidFill>
            <a:srgbClr val="F18200">
              <a:alpha val="20000"/>
            </a:srgbClr>
          </a:solidFill>
          <a:ln w="12700">
            <a:solidFill>
              <a:srgbClr val="F18200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371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20440" y="1828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REST API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1280160"/>
            <a:ext cx="2103120" cy="3291840"/>
          </a:xfrm>
          <a:prstGeom prst="roundRect">
            <a:avLst>
              <a:gd name="adj" fmla="val 6957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371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0" y="1828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Stored Procs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331720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31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752344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523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Module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172968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72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/ Payroll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593592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93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Management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014216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142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0" y="2331720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F18200">
              <a:alpha val="30000"/>
            </a:srgbClr>
          </a:solidFill>
          <a:ln w="12700">
            <a:solidFill>
              <a:srgbClr val="F18200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2331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0" y="2752344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F18200">
              <a:alpha val="30000"/>
            </a:srgbClr>
          </a:solidFill>
          <a:ln w="12700">
            <a:solidFill>
              <a:srgbClr val="F18200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27523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Guard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0" y="3172968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F18200">
              <a:alpha val="30000"/>
            </a:srgbClr>
          </a:solidFill>
          <a:ln w="12700">
            <a:solidFill>
              <a:srgbClr val="F18200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3172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API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0" y="3593592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F18200">
              <a:alpha val="30000"/>
            </a:srgbClr>
          </a:solidFill>
          <a:ln w="12700">
            <a:solidFill>
              <a:srgbClr val="F18200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3593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0" y="4014216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F18200">
              <a:alpha val="30000"/>
            </a:srgbClr>
          </a:solidFill>
          <a:ln w="12700">
            <a:solidFill>
              <a:srgbClr val="F18200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40142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12280" y="2331720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2331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12280" y="2752344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12280" y="27523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12280" y="3172968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12280" y="3172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12280" y="3593592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2280" y="3593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/ Attendance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12280" y="4014216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12280" y="40142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 Roles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468880" y="2926080"/>
            <a:ext cx="10515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87168" y="2697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→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623560" y="2926080"/>
            <a:ext cx="10515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41848" y="2697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→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Access Levels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1609344" cy="3886200"/>
          </a:xfrm>
          <a:prstGeom prst="roundRect">
            <a:avLst>
              <a:gd name="adj" fmla="val 7955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5156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572768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57276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267712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system access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76148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Role Management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3255264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Release Offers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3749040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Manage all modules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4242816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View all reports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11680" y="960120"/>
            <a:ext cx="1609344" cy="3886200"/>
          </a:xfrm>
          <a:prstGeom prst="roundRect">
            <a:avLst>
              <a:gd name="adj" fmla="val 7955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105156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121408" y="1572768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F18200"/>
          </a:solidFill>
          <a:ln w="12700">
            <a:solidFill>
              <a:srgbClr val="F182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21408" y="157276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196596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2267712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Manage employees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276148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Shortlist candidates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03120" y="3255264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Close job postings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03120" y="3749040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View interviews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03120" y="4242816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Cannot release offers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49040" y="960120"/>
            <a:ext cx="1609344" cy="3886200"/>
          </a:xfrm>
          <a:prstGeom prst="roundRect">
            <a:avLst>
              <a:gd name="adj" fmla="val 7955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105156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3858768" y="1572768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157276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49040" y="196596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40480" y="2267712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Manage candidates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40480" y="276148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Schedule interviews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0" y="3255264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Give feedback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0" y="3749040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Raise offers (Admin approves)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40480" y="4242816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View job listings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0" y="960120"/>
            <a:ext cx="1609344" cy="3886200"/>
          </a:xfrm>
          <a:prstGeom prst="roundRect">
            <a:avLst>
              <a:gd name="adj" fmla="val 7955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105156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5596128" y="1572768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96128" y="157276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Manager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0" y="196596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77840" y="2267712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View own team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77840" y="276148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Leave approvals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77840" y="3255264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Performance reviews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77840" y="3749040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Team reports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77840" y="4242816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Org chart access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23760" y="960120"/>
            <a:ext cx="1609344" cy="3886200"/>
          </a:xfrm>
          <a:prstGeom prst="roundRect">
            <a:avLst>
              <a:gd name="adj" fmla="val 795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760" y="105156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45" name="Shape 43"/>
          <p:cNvSpPr/>
          <p:nvPr/>
        </p:nvSpPr>
        <p:spPr>
          <a:xfrm>
            <a:off x="7333488" y="1572768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33488" y="157276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223760" y="196596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15200" y="2267712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Own profile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15200" y="276148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Apply for leave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15200" y="3255264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View payslips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15200" y="3749040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IT declaration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15200" y="4242816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Helpdesk tickets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HR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employee lifecycle management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749808" cy="749808"/>
          </a:xfrm>
          <a:prstGeom prst="ellipse">
            <a:avLst/>
          </a:prstGeom>
          <a:solidFill>
            <a:srgbClr val="F18200"/>
          </a:solidFill>
          <a:ln w="12700">
            <a:solidFill>
              <a:srgbClr val="F182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2148840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487168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25296" y="1700784"/>
            <a:ext cx="63093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74520" y="1325880"/>
            <a:ext cx="749808" cy="749808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13258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2148840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91640" y="2487168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setup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42616" y="1700784"/>
            <a:ext cx="63093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325880"/>
            <a:ext cx="749808" cy="7498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3258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154680" y="2148840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2487168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59936" y="1700784"/>
            <a:ext cx="63093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325880"/>
            <a:ext cx="749808" cy="7498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3258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0" y="2148840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26280" y="2487168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77256" y="1700784"/>
            <a:ext cx="63093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325880"/>
            <a:ext cx="749808" cy="7498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13258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989320" y="2148840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0" y="2487168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KPIs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94576" y="1700784"/>
            <a:ext cx="63093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43800" y="1325880"/>
            <a:ext cx="749808" cy="7498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13258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406640" y="2148840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60920" y="2487168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15468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65760" y="3218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Module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&amp; manage profiles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3904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Org chart &amp; directory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4197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Contact info, bank details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489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 management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68880" y="315468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560320" y="3218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56032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Multi-type leave requests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60320" y="3904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Manager approval chain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60320" y="4197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Holiday calendar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60320" y="4489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Leave summary reports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315468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754880" y="3218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Module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75488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Salary computation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54880" y="3904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payslips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54880" y="4197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YTD statements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54880" y="4489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Tax forms &amp; compliance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58000" y="315468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949440" y="3218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&amp; Tasks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4944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Employee ticket system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949440" y="3904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Workflow delegation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949440" y="4197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 declaration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949440" y="4489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Resignation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hiring pipeline — from job request to offer letter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1188720"/>
            <a:ext cx="1609344" cy="3657600"/>
          </a:xfrm>
          <a:prstGeom prst="roundRect">
            <a:avLst>
              <a:gd name="adj" fmla="val 7955"/>
            </a:avLst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261872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17373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Request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17627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Admin/HR creates job req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2798064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role, skills, exp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341985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recruiters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404164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opening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92224" y="251460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38528" y="1188720"/>
            <a:ext cx="1609344" cy="3657600"/>
          </a:xfrm>
          <a:prstGeom prst="roundRect">
            <a:avLst>
              <a:gd name="adj" fmla="val 7955"/>
            </a:avLst>
          </a:prstGeom>
          <a:solidFill>
            <a:srgbClr val="F18200">
              <a:alpha val="15000"/>
            </a:srgbClr>
          </a:solidFill>
          <a:ln w="12700">
            <a:solidFill>
              <a:srgbClr val="F18200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38528" y="1261872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84248" y="17373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29968" y="217627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 (PDF/DOCX)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29968" y="2798064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parses skills + exp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29968" y="341985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 computed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29968" y="404164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Applied → Shortlisted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47872" y="251460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94176" y="1188720"/>
            <a:ext cx="1609344" cy="3657600"/>
          </a:xfrm>
          <a:prstGeom prst="roundRect">
            <a:avLst>
              <a:gd name="adj" fmla="val 7955"/>
            </a:avLst>
          </a:prstGeom>
          <a:solidFill>
            <a:srgbClr val="A78BFA">
              <a:alpha val="1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94176" y="1261872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739896" y="17373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85616" y="217627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rounds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85616" y="2798064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level &amp; interviewer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85616" y="341985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feedback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85616" y="404164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/ Reject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0" y="251460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49824" y="1188720"/>
            <a:ext cx="1609344" cy="3657600"/>
          </a:xfrm>
          <a:prstGeom prst="roundRect">
            <a:avLst>
              <a:gd name="adj" fmla="val 7955"/>
            </a:avLst>
          </a:prstGeom>
          <a:solidFill>
            <a:srgbClr val="34D399">
              <a:alpha val="15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9824" y="1261872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95544" y="17373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41264" y="217627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raises offer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41264" y="2798064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offer letter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41264" y="341985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Candidate: Accept/Reject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41264" y="404164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59168" y="251460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205472" y="1188720"/>
            <a:ext cx="1609344" cy="3657600"/>
          </a:xfrm>
          <a:prstGeom prst="roundRect">
            <a:avLst>
              <a:gd name="adj" fmla="val 7955"/>
            </a:avLst>
          </a:prstGeom>
          <a:solidFill>
            <a:srgbClr val="FB923C">
              <a:alpha val="15000"/>
            </a:srgbClr>
          </a:solidFill>
          <a:ln w="12700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05472" y="1261872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🎉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251192" y="17373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96912" y="217627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email sent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296912" y="2798064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checklist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296912" y="341985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provisioning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96912" y="404164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profile created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— Recruitment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sees and controls only what they need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1089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29000" y="1188720"/>
            <a:ext cx="164592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188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20640" y="1188720"/>
            <a:ext cx="1645920" cy="384048"/>
          </a:xfrm>
          <a:prstGeom prst="rect">
            <a:avLst/>
          </a:prstGeom>
          <a:solidFill>
            <a:srgbClr val="F18200"/>
          </a:solidFill>
          <a:ln w="12700">
            <a:solidFill>
              <a:srgbClr val="F182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188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12280" y="1188720"/>
            <a:ext cx="1645920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1188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572768"/>
            <a:ext cx="31089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572768"/>
            <a:ext cx="31089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Job Request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1572768"/>
            <a:ext cx="1645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5727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120640" y="1572768"/>
            <a:ext cx="1645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15727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12280" y="1572768"/>
            <a:ext cx="1645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5727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1920240"/>
            <a:ext cx="3108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920240"/>
            <a:ext cx="31089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Recruiters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29000" y="1920240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1920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20640" y="1920240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920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12280" y="1920240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1920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74320" y="2267712"/>
            <a:ext cx="31089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267712"/>
            <a:ext cx="31089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Job Posting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29000" y="2267712"/>
            <a:ext cx="1645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2267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120640" y="2267712"/>
            <a:ext cx="1645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2267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12280" y="2267712"/>
            <a:ext cx="1645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2267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74320" y="2615184"/>
            <a:ext cx="3108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2615184"/>
            <a:ext cx="31089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View Candidates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29000" y="2615184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29000" y="26151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120640" y="2615184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0" y="26151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812280" y="2615184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12280" y="26151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74320" y="2962656"/>
            <a:ext cx="31089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2962656"/>
            <a:ext cx="31089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Interview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29000" y="2962656"/>
            <a:ext cx="1645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29000" y="29626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120640" y="2962656"/>
            <a:ext cx="1645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0" y="29626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812280" y="2962656"/>
            <a:ext cx="1645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12280" y="29626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274320" y="3310128"/>
            <a:ext cx="3108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3310128"/>
            <a:ext cx="31089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Feedback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429000" y="3310128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29000" y="33101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5120640" y="3310128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20640" y="33101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812280" y="3310128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12280" y="33101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274320" y="3657600"/>
            <a:ext cx="31089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3657600"/>
            <a:ext cx="31089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Offer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429000" y="3657600"/>
            <a:ext cx="1645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29000" y="36576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120640" y="3657600"/>
            <a:ext cx="1645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20640" y="36576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6812280" y="3657600"/>
            <a:ext cx="1645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12280" y="36576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274320" y="4005072"/>
            <a:ext cx="3108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" y="4005072"/>
            <a:ext cx="31089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Offer Letter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429000" y="4005072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29000" y="40050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5120640" y="4005072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20640" y="40050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812280" y="4005072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12280" y="40050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274320" y="4352544"/>
            <a:ext cx="31089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4320" y="4352544"/>
            <a:ext cx="31089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Employee Role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429000" y="4352544"/>
            <a:ext cx="1645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429000" y="43525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5120640" y="4352544"/>
            <a:ext cx="1645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120640" y="43525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6812280" y="4352544"/>
            <a:ext cx="1645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812280" y="43525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Resume Parser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 extracts structured data from any PDF or DOCX resume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868680" cy="868680"/>
          </a:xfrm>
          <a:prstGeom prst="ellipse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17627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05456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27632" y="15087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58568" y="1234440"/>
            <a:ext cx="868680" cy="868680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58568" y="1234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21408" y="217627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21408" y="2505456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pdf-parse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5087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22776" y="1234440"/>
            <a:ext cx="868680" cy="868680"/>
          </a:xfrm>
          <a:prstGeom prst="ellipse">
            <a:avLst/>
          </a:prstGeom>
          <a:solidFill>
            <a:srgbClr val="F18200">
              <a:alpha val="80000"/>
            </a:srgbClr>
          </a:solidFill>
          <a:ln w="12700">
            <a:solidFill>
              <a:srgbClr val="F182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22776" y="1234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85616" y="217627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85616" y="2505456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56048" y="15087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86984" y="1234440"/>
            <a:ext cx="868680" cy="868680"/>
          </a:xfrm>
          <a:prstGeom prst="ellipse">
            <a:avLst/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86984" y="1234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49824" y="217627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Match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9824" y="2505456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60%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0256" y="15087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51192" y="1234440"/>
            <a:ext cx="868680" cy="868680"/>
          </a:xfrm>
          <a:prstGeom prst="ellipse">
            <a:avLst/>
          </a:prstGeom>
          <a:solidFill>
            <a:srgbClr val="FB923C">
              <a:alpha val="8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51192" y="1234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14032" y="217627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14032" y="2505456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record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154680"/>
            <a:ext cx="8412480" cy="1737360"/>
          </a:xfrm>
          <a:prstGeom prst="roundRect">
            <a:avLst>
              <a:gd name="adj" fmla="val 73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246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 returns: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657600"/>
            <a:ext cx="1517904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65760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194560" y="3657600"/>
            <a:ext cx="1517904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4560" y="365760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40480" y="3657600"/>
            <a:ext cx="1517904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0" y="365760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0" y="3657600"/>
            <a:ext cx="1517904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365760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Skills[ ]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132320" y="3657600"/>
            <a:ext cx="1517904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365760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Exp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4224528"/>
            <a:ext cx="1517904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224528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Education[ ]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194560" y="4224528"/>
            <a:ext cx="1517904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94560" y="4224528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840480" y="4224528"/>
            <a:ext cx="1517904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0" y="4224528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Role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0" y="4224528"/>
            <a:ext cx="1517904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0" y="4224528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Company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4663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regex engine used if OpenAI key not configured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Match Scoring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+ experience scoring engine automatically ranks candidates against job requirements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984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Formula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40280" y="19202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651760" y="178308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7830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148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2920" y="27614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Match Score (0–100)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411480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2984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Bands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792224"/>
            <a:ext cx="3749040" cy="402336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79222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179222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Suitable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267712"/>
            <a:ext cx="3749040" cy="402336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26771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65–79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0" y="226771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743200"/>
            <a:ext cx="3749040" cy="402336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74320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45–64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52160" y="27432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Suitable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218688"/>
            <a:ext cx="3749040" cy="402336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21868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52160" y="321868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Suitable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11480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1E3A5F">
              <a:alpha val="1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114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Skill alias matching (JS ↔ JavaScript)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411480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1E3A5F">
              <a:alpha val="1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4114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Auto-computed on upload, stored in DB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411480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1E3A5F">
              <a:alpha val="1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4114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Visible in candidate list &amp; detail modal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with stored procedures for all CRUD operations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88920" cy="365760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788920" cy="402336"/>
          </a:xfrm>
          <a:prstGeom prst="roundRect">
            <a:avLst>
              <a:gd name="adj" fmla="val 31818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682496"/>
            <a:ext cx="26334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682496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employees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2103120"/>
            <a:ext cx="26334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210312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2523744"/>
            <a:ext cx="26334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52374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944368"/>
            <a:ext cx="26334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94436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departments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3364992"/>
            <a:ext cx="26334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336499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designations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3785616"/>
            <a:ext cx="26334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785616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employee_contact_info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4206240"/>
            <a:ext cx="26334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420624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employee_bank_details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1188720"/>
            <a:ext cx="2788920" cy="365760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1188720"/>
            <a:ext cx="2788920" cy="402336"/>
          </a:xfrm>
          <a:prstGeom prst="roundRect">
            <a:avLst>
              <a:gd name="adj" fmla="val 31818"/>
            </a:avLst>
          </a:prstGeom>
          <a:solidFill>
            <a:srgbClr val="F18200"/>
          </a:solidFill>
          <a:ln w="12700">
            <a:solidFill>
              <a:srgbClr val="F182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118872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19272" y="1682496"/>
            <a:ext cx="26334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92424" y="1682496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rec_job_requests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19272" y="2103120"/>
            <a:ext cx="26334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92424" y="210312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rec_candidates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19272" y="2523744"/>
            <a:ext cx="26334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92424" y="252374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rec_interviews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19272" y="2944368"/>
            <a:ext cx="26334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92424" y="294436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rec_offers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19272" y="3364992"/>
            <a:ext cx="26334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92424" y="336499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rec_onboarding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19272" y="3785616"/>
            <a:ext cx="26334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92424" y="3785616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rec_resume_matches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1188720"/>
            <a:ext cx="2788920" cy="365760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1188720"/>
            <a:ext cx="2788920" cy="402336"/>
          </a:xfrm>
          <a:prstGeom prst="roundRect">
            <a:avLst>
              <a:gd name="adj" fmla="val 3181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118872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91072" y="1682496"/>
            <a:ext cx="26334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64224" y="1682496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leave_requests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91072" y="2103120"/>
            <a:ext cx="26334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64224" y="210312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attendance_records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91072" y="2523744"/>
            <a:ext cx="26334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64224" y="252374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payroll_records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91072" y="2944368"/>
            <a:ext cx="26334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64224" y="294436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performance_cycles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91072" y="3364992"/>
            <a:ext cx="26334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64224" y="336499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helpdesk_tickets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Authentication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security from login to data access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3657600"/>
          </a:xfrm>
          <a:prstGeom prst="roundRect">
            <a:avLst>
              <a:gd name="adj" fmla="val 6364"/>
            </a:avLst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2240280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token (1 day)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2807208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Refresh token (7 days)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3374136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HTTP-only cookies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3941064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 blacklisting on logout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188720"/>
            <a:ext cx="2011680" cy="3657600"/>
          </a:xfrm>
          <a:prstGeom prst="roundRect">
            <a:avLst>
              <a:gd name="adj" fmla="val 6364"/>
            </a:avLst>
          </a:prstGeom>
          <a:solidFill>
            <a:srgbClr val="A78BFA">
              <a:alpha val="15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280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50592" y="1783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240280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roles, granular permissions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807208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Per-module view/add/edit/delete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3374136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Route-level middleware guards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3941064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 role checks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26864" y="1188720"/>
            <a:ext cx="2011680" cy="3657600"/>
          </a:xfrm>
          <a:prstGeom prst="roundRect">
            <a:avLst>
              <a:gd name="adj" fmla="val 6364"/>
            </a:avLst>
          </a:prstGeom>
          <a:solidFill>
            <a:srgbClr val="34D399">
              <a:alpha val="15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1280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626864" y="1783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36592" y="2240280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Salary AES encryption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36592" y="2807208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bcrypt password hashing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36592" y="3374136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Parameterised SQL queries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36592" y="3941064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 type validation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03136" y="1188720"/>
            <a:ext cx="2011680" cy="3657600"/>
          </a:xfrm>
          <a:prstGeom prst="roundRect">
            <a:avLst>
              <a:gd name="adj" fmla="val 6364"/>
            </a:avLst>
          </a:prstGeom>
          <a:solidFill>
            <a:srgbClr val="FB923C">
              <a:alpha val="15000"/>
            </a:srgbClr>
          </a:solidFill>
          <a:ln w="12700">
            <a:solidFill>
              <a:srgbClr val="FB923C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03136" y="1280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803136" y="1783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&amp; Audit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12864" y="2240280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MFA setup page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12864" y="2807208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 audit trail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12864" y="3374136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SMTP email alerts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12864" y="3941064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840480"/>
            <a:ext cx="3200400" cy="3200400"/>
          </a:xfrm>
          <a:prstGeom prst="ellipse">
            <a:avLst/>
          </a:prstGeom>
          <a:solidFill>
            <a:srgbClr val="F18200">
              <a:alpha val="15000"/>
            </a:srgbClr>
          </a:solidFill>
          <a:ln w="12700">
            <a:solidFill>
              <a:srgbClr val="F1820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3200400" cy="320040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❤️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IT HR Portal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• Secure • AI-Powered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1645920" cy="1188720"/>
          </a:xfrm>
          <a:prstGeom prst="roundRect">
            <a:avLst>
              <a:gd name="adj" fmla="val 10769"/>
            </a:avLst>
          </a:prstGeom>
          <a:solidFill>
            <a:srgbClr val="0369A1">
              <a:alpha val="25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632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3017520"/>
            <a:ext cx="1645920" cy="1188720"/>
          </a:xfrm>
          <a:prstGeom prst="roundRect">
            <a:avLst>
              <a:gd name="adj" fmla="val 10769"/>
            </a:avLst>
          </a:prstGeom>
          <a:solidFill>
            <a:srgbClr val="0369A1">
              <a:alpha val="25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30632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926080" y="3703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3017520"/>
            <a:ext cx="1645920" cy="1188720"/>
          </a:xfrm>
          <a:prstGeom prst="roundRect">
            <a:avLst>
              <a:gd name="adj" fmla="val 10769"/>
            </a:avLst>
          </a:prstGeom>
          <a:solidFill>
            <a:srgbClr val="0369A1">
              <a:alpha val="25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0632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937760" y="3703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3017520"/>
            <a:ext cx="1645920" cy="1188720"/>
          </a:xfrm>
          <a:prstGeom prst="roundRect">
            <a:avLst>
              <a:gd name="adj" fmla="val 10769"/>
            </a:avLst>
          </a:prstGeom>
          <a:solidFill>
            <a:srgbClr val="0369A1">
              <a:alpha val="25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30632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49440" y="3703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React • Node.js • MySQL • JWT • OpenAI GPT-4o mini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 IT HR Portal</dc:title>
  <dc:subject>PptxGenJS Presentation</dc:subject>
  <dc:creator>PptxGenJS</dc:creator>
  <cp:lastModifiedBy>PptxGenJS</cp:lastModifiedBy>
  <cp:revision>1</cp:revision>
  <dcterms:created xsi:type="dcterms:W3CDTF">2026-07-07T07:51:54Z</dcterms:created>
  <dcterms:modified xsi:type="dcterms:W3CDTF">2026-07-07T07:51:54Z</dcterms:modified>
</cp:coreProperties>
</file>